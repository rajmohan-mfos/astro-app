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A6F3-8DE9-42D2-90A3-520F1A42F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228EF-7F52-44FD-AB29-B64FFCDB3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F047-428C-45D3-B302-1E979FDF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6A9E5-31E4-4B2F-9FD4-AB05BF81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81650-8004-4515-9DD0-CAC5AFE5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4678-788A-42AE-BCDA-E274F551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0634-5967-4968-9599-148897008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3B86D-FC21-4E65-A71B-EAF79F7A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A7081-0FE3-46B2-AE6A-25A94470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63FD4-81F6-4B70-BE4E-EFAF5327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70B6-C7EF-4525-9221-373AC9F1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53723-B4F5-4AFC-9F88-C401CDFE0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23E7-8F65-4D20-B893-414A4602F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BB2E7-F430-4AD6-A1D2-F1775F56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160D2-8CEE-44CF-8891-DBA7E0F6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09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1EAF-7FA0-4601-B3FC-C848248B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59184-31EE-4BA5-B68C-A8C2F33E1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C5685-CB29-446D-954A-182EBCE68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B8209-A81D-4E61-A5C3-8F1B4227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DB835-8600-4C55-B008-22ABAC74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B9214-5CCA-4047-BB4B-C0E7C1A2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50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3D6A-E43F-4D06-8EEC-6D2E53991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00FAC-56FB-4CB6-A0E2-69F331FCF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682FA-7A00-429C-9867-3DFCE2B62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10F68-D3F7-4825-A585-C03116919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CA6B0-A47D-461A-8D46-E9DF047BF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7172B-7052-4E7B-BD64-E7680816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C69F7B-F771-474C-AFFD-02670EC4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ED444-E1F3-43E2-B632-58E8ABBC1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64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147C4-B04C-49A2-A05B-29634A4A2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E4663-969A-4572-9F99-F43BF825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AA5F3-65AC-4CC7-8D00-E3575C12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432F8-0792-4C85-9D25-5615B401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126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4522DC-0A8C-4AF2-BFD5-C4CD0B11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1A7E3-DA8B-4D86-B514-E323111C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1282D-C8F8-42B7-AF26-346788EB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3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47FA-4EB1-4DA1-B728-DC16DF60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CFB45-CA89-44B5-BE6C-32453384D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51C47-25AD-4234-AB5C-BCAEA540F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AAE31-EB10-4C66-A006-BCEE77E6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4C698-C24E-424A-9B9C-7636351D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73E9C-1A74-4C6F-9725-28BF85C4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4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410A-E431-4FBD-88A2-627D9526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19987-D7A6-4E08-AB66-5456C38F1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6F8DA-CD5D-434A-8604-526FA912D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ACD8C-73F2-47D1-A311-90B5236A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3DEBA-83D1-443A-897F-CFF8C310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25C09-66C2-4B3E-BFF4-742C40B2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D1C1-D4B0-49B5-92D6-967BD7C8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5DF4E-2DF1-4A6F-9339-6F5C16CBC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D479-BF20-4AA0-92F0-E8A2D19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99565-FB70-4077-90D4-02B9216A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0FE08-5BDE-4FD6-B69A-77151FE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24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0B296-D3A3-4FFA-BEE2-FCE7CF4E0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61909-844A-4312-A43D-EE46804EC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C6631-9367-4D8B-B051-31500A52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9B79D-9A7F-40B3-93E4-FA869508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918AE-0851-4CE5-9CD2-66D55722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1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22DC6-58EC-4D63-A7A2-D65F0C49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CF364-2716-41D7-8C56-AFA7B2DB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EAC25-B334-46ED-B54A-9CB2802DC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E5167-E35C-44AD-AF77-79FACA36F2FF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7FA07-61D6-4778-8F8A-71AD1F28D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26B01-225C-43A3-8322-A6365DB72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B6935-DFE4-42B8-9CA6-03DE9FE57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B115DF-C7BB-4C05-9567-3366579AB4C3}"/>
              </a:ext>
            </a:extLst>
          </p:cNvPr>
          <p:cNvSpPr/>
          <p:nvPr/>
        </p:nvSpPr>
        <p:spPr>
          <a:xfrm>
            <a:off x="1253284" y="334972"/>
            <a:ext cx="1012879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ASTROLOGY RULE IN FINANCIAL</a:t>
            </a:r>
            <a:endParaRPr lang="en-US" sz="60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CB4E3-341C-4C40-AB67-0F391B8E0E47}"/>
              </a:ext>
            </a:extLst>
          </p:cNvPr>
          <p:cNvSpPr txBox="1"/>
          <p:nvPr/>
        </p:nvSpPr>
        <p:spPr>
          <a:xfrm>
            <a:off x="2170445" y="1810327"/>
            <a:ext cx="76479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>
                <a:highlight>
                  <a:srgbClr val="FFFF00"/>
                </a:highlight>
              </a:rPr>
              <a:t>GOLDEN RULES IN A WEEK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E3F305-8E11-49D6-BB2F-B02E27C46C34}"/>
              </a:ext>
            </a:extLst>
          </p:cNvPr>
          <p:cNvSpPr/>
          <p:nvPr/>
        </p:nvSpPr>
        <p:spPr>
          <a:xfrm>
            <a:off x="711200" y="452582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02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888299-8D26-40AB-AD58-08399D714E5C}"/>
              </a:ext>
            </a:extLst>
          </p:cNvPr>
          <p:cNvSpPr txBox="1"/>
          <p:nvPr/>
        </p:nvSpPr>
        <p:spPr>
          <a:xfrm>
            <a:off x="2281382" y="1099126"/>
            <a:ext cx="3696909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/>
              <a:t>MONDAY</a:t>
            </a:r>
          </a:p>
          <a:p>
            <a:endParaRPr lang="en-IN" sz="4000" b="1"/>
          </a:p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DAYLORD-MOON</a:t>
            </a:r>
          </a:p>
          <a:p>
            <a:endParaRPr lang="en-IN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MERCURY HORAI -UP UP UP</a:t>
            </a:r>
          </a:p>
          <a:p>
            <a:endParaRPr lang="en-IN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VENUS HORAI -UNEXPECTED HAPPEN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B49D9-5022-4375-9946-79CB50D09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18" y="173652"/>
            <a:ext cx="2241630" cy="15335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1FCA4B-8A97-47DD-AA26-92CB3C01E07D}"/>
              </a:ext>
            </a:extLst>
          </p:cNvPr>
          <p:cNvSpPr/>
          <p:nvPr/>
        </p:nvSpPr>
        <p:spPr>
          <a:xfrm>
            <a:off x="711200" y="452582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70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2832CA-2F61-4204-98D4-9B41A4F15B6C}"/>
              </a:ext>
            </a:extLst>
          </p:cNvPr>
          <p:cNvSpPr txBox="1"/>
          <p:nvPr/>
        </p:nvSpPr>
        <p:spPr>
          <a:xfrm>
            <a:off x="2281047" y="563418"/>
            <a:ext cx="242592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/>
              <a:t>TUESDAY</a:t>
            </a:r>
          </a:p>
          <a:p>
            <a:endParaRPr lang="en-IN"/>
          </a:p>
          <a:p>
            <a:r>
              <a:rPr lang="en-IN"/>
              <a:t>DAYLORD-MARS</a:t>
            </a:r>
          </a:p>
          <a:p>
            <a:endParaRPr lang="en-IN"/>
          </a:p>
          <a:p>
            <a:endParaRPr lang="en-IN"/>
          </a:p>
          <a:p>
            <a:r>
              <a:rPr lang="en-IN"/>
              <a:t>SATURN HORAI -DOWN 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44E6A6D-C03A-4032-9B20-8F85679CA0B4}"/>
              </a:ext>
            </a:extLst>
          </p:cNvPr>
          <p:cNvSpPr/>
          <p:nvPr/>
        </p:nvSpPr>
        <p:spPr>
          <a:xfrm>
            <a:off x="4571780" y="2139553"/>
            <a:ext cx="484632" cy="51674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EB8A7-284F-4841-AE32-8245F3650197}"/>
              </a:ext>
            </a:extLst>
          </p:cNvPr>
          <p:cNvSpPr txBox="1"/>
          <p:nvPr/>
        </p:nvSpPr>
        <p:spPr>
          <a:xfrm>
            <a:off x="877553" y="3177309"/>
            <a:ext cx="751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                          </a:t>
            </a:r>
            <a:r>
              <a:rPr lang="en-IN">
                <a:solidFill>
                  <a:srgbClr val="FF0000"/>
                </a:solidFill>
              </a:rPr>
              <a:t>SATURN HORAI + UTHIRADAM NATCHATHIRAM MARKET DOWN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8FB0F5D-ABF8-4DBB-BC0C-858BFA48B755}"/>
              </a:ext>
            </a:extLst>
          </p:cNvPr>
          <p:cNvSpPr/>
          <p:nvPr/>
        </p:nvSpPr>
        <p:spPr>
          <a:xfrm>
            <a:off x="8317125" y="3103602"/>
            <a:ext cx="484632" cy="51674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5ED729-1019-4F4B-B724-78927C8D1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255" y="173652"/>
            <a:ext cx="2241630" cy="15335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753C6D-0A50-4E1A-BEBB-7A6EBCFA3B4C}"/>
              </a:ext>
            </a:extLst>
          </p:cNvPr>
          <p:cNvSpPr/>
          <p:nvPr/>
        </p:nvSpPr>
        <p:spPr>
          <a:xfrm>
            <a:off x="711200" y="452582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90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94CF63-96A9-4AF4-B2C1-F025C48BDF08}"/>
              </a:ext>
            </a:extLst>
          </p:cNvPr>
          <p:cNvSpPr txBox="1"/>
          <p:nvPr/>
        </p:nvSpPr>
        <p:spPr>
          <a:xfrm>
            <a:off x="997527" y="609600"/>
            <a:ext cx="5388013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WEDNESDAY</a:t>
            </a:r>
            <a:endParaRPr lang="en-IN"/>
          </a:p>
          <a:p>
            <a:endParaRPr lang="en-IN"/>
          </a:p>
          <a:p>
            <a:r>
              <a:rPr lang="en-IN"/>
              <a:t>DAYLORD-MERCURY</a:t>
            </a:r>
          </a:p>
          <a:p>
            <a:endParaRPr lang="en-IN"/>
          </a:p>
          <a:p>
            <a:endParaRPr lang="en-IN"/>
          </a:p>
          <a:p>
            <a:r>
              <a:rPr lang="en-IN"/>
              <a:t>VENUS HORAI –UP UP UP</a:t>
            </a:r>
          </a:p>
          <a:p>
            <a:r>
              <a:rPr lang="en-IN"/>
              <a:t>(IF NATCHATHIRAM &amp; THITHI POSITIVE MEANS)100%UP</a:t>
            </a:r>
          </a:p>
          <a:p>
            <a:endParaRPr lang="en-IN"/>
          </a:p>
          <a:p>
            <a:endParaRPr lang="en-IN"/>
          </a:p>
          <a:p>
            <a:r>
              <a:rPr lang="en-IN"/>
              <a:t>NORMAL NATCHATHIRAM &amp; THITHI MEANS 75%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D9ABD-7256-429F-806C-5662682C1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27" y="108998"/>
            <a:ext cx="2241630" cy="15335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C5522B-6DCE-493C-8E8E-4B6D721DE8C7}"/>
              </a:ext>
            </a:extLst>
          </p:cNvPr>
          <p:cNvSpPr/>
          <p:nvPr/>
        </p:nvSpPr>
        <p:spPr>
          <a:xfrm>
            <a:off x="711200" y="452582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61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7B0635-89FD-4282-AA4E-7A9418D6F0C1}"/>
              </a:ext>
            </a:extLst>
          </p:cNvPr>
          <p:cNvSpPr txBox="1"/>
          <p:nvPr/>
        </p:nvSpPr>
        <p:spPr>
          <a:xfrm>
            <a:off x="1921164" y="591127"/>
            <a:ext cx="87107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/>
              <a:t>THURSDAY </a:t>
            </a:r>
          </a:p>
          <a:p>
            <a:endParaRPr lang="en-IN"/>
          </a:p>
          <a:p>
            <a:r>
              <a:rPr lang="en-IN"/>
              <a:t>DAYLORD-JUPITER</a:t>
            </a:r>
          </a:p>
          <a:p>
            <a:endParaRPr lang="en-IN"/>
          </a:p>
          <a:p>
            <a:r>
              <a:rPr lang="en-IN"/>
              <a:t>THURSDAY  - KARTHIGAI NATCHATHIRAM – SUN HORAI –BANKNIFTY POSITIVE</a:t>
            </a:r>
          </a:p>
          <a:p>
            <a:endParaRPr lang="en-IN"/>
          </a:p>
          <a:p>
            <a:r>
              <a:rPr lang="en-IN"/>
              <a:t>THURSDAY –JUPITER DAYLORD –VISAGAM NATCHATHIRAAM WILL COMES MEANS POSITIVE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CEFB8-BF03-4AA2-B042-44B380A98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909" y="211755"/>
            <a:ext cx="2241630" cy="15335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9C04F3-EA77-4C40-9617-302D07421760}"/>
              </a:ext>
            </a:extLst>
          </p:cNvPr>
          <p:cNvSpPr/>
          <p:nvPr/>
        </p:nvSpPr>
        <p:spPr>
          <a:xfrm>
            <a:off x="711200" y="452582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857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024B47-B1AB-4A5D-B0DE-B4D2864C4FE3}"/>
              </a:ext>
            </a:extLst>
          </p:cNvPr>
          <p:cNvSpPr txBox="1"/>
          <p:nvPr/>
        </p:nvSpPr>
        <p:spPr>
          <a:xfrm>
            <a:off x="997527" y="535709"/>
            <a:ext cx="5093895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/>
              <a:t>FRIDAY</a:t>
            </a:r>
          </a:p>
          <a:p>
            <a:endParaRPr lang="en-IN" sz="2400"/>
          </a:p>
          <a:p>
            <a:r>
              <a:rPr lang="en-IN" sz="2400"/>
              <a:t>DAYLORD-VENUS</a:t>
            </a:r>
          </a:p>
          <a:p>
            <a:endParaRPr lang="en-IN" sz="2400"/>
          </a:p>
          <a:p>
            <a:r>
              <a:rPr lang="en-IN" sz="2400"/>
              <a:t>MERCURY HORAI –MARKET –UP-UP-UP</a:t>
            </a:r>
          </a:p>
          <a:p>
            <a:endParaRPr lang="en-IN" sz="3600"/>
          </a:p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895FF-0897-4CF3-9BF6-944FEB9F4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546" y="99761"/>
            <a:ext cx="2241630" cy="15335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7208CE-D9E8-41D9-975A-875019EC1613}"/>
              </a:ext>
            </a:extLst>
          </p:cNvPr>
          <p:cNvSpPr/>
          <p:nvPr/>
        </p:nvSpPr>
        <p:spPr>
          <a:xfrm>
            <a:off x="711200" y="452582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8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C6C8D4-7FCF-4EA1-8690-79BB228AF61C}"/>
              </a:ext>
            </a:extLst>
          </p:cNvPr>
          <p:cNvSpPr txBox="1"/>
          <p:nvPr/>
        </p:nvSpPr>
        <p:spPr>
          <a:xfrm>
            <a:off x="946727" y="1099126"/>
            <a:ext cx="10889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/>
              <a:t>GENERAL RULE </a:t>
            </a:r>
          </a:p>
          <a:p>
            <a:endParaRPr lang="en-IN"/>
          </a:p>
          <a:p>
            <a:r>
              <a:rPr lang="en-IN"/>
              <a:t> IF MARKET OPEN IN SATURN HORAI AFTER SATURN HORAI IT WILL RECOVER (30 POINTS IN NIFTY / 80 POINTS ABOVE IN BANKNIFTY)</a:t>
            </a:r>
          </a:p>
          <a:p>
            <a:endParaRPr lang="en-IN"/>
          </a:p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ABC2D-B13C-4317-9822-676DE959B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672" y="127470"/>
            <a:ext cx="2241630" cy="15335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E4E5E0-7304-4781-9A66-6C8CC99601EA}"/>
              </a:ext>
            </a:extLst>
          </p:cNvPr>
          <p:cNvSpPr/>
          <p:nvPr/>
        </p:nvSpPr>
        <p:spPr>
          <a:xfrm>
            <a:off x="711200" y="452582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3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121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Ashok</dc:creator>
  <cp:lastModifiedBy>Ashok</cp:lastModifiedBy>
  <cp:revision>5</cp:revision>
  <dcterms:created xsi:type="dcterms:W3CDTF">2021-05-28T05:29:11Z</dcterms:created>
  <dcterms:modified xsi:type="dcterms:W3CDTF">2021-05-28T07:43:54Z</dcterms:modified>
</cp:coreProperties>
</file>