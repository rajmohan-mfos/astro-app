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-552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523F98-575D-47CF-80FD-98F6B7FC0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A0D6423-B04D-4231-AA9D-F4AA6C053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0A2AEF4-780F-46DC-9410-A53A01849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71F-BA5C-4CFA-92F7-46C504C84553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116FB0E-EB23-417A-B6C7-02718F614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1DE2948-D05F-441A-95AE-7C0D602C5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3569-F420-484A-815E-6ED8F5039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046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07430D-417F-48EA-A2D1-549810CF0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FEB142F-9C6D-40C0-887D-5B9A1B0C9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EB7504C-95D8-4F43-97B1-624A8C66A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71F-BA5C-4CFA-92F7-46C504C84553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F18639-C0E4-4C24-A026-E39454DB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1E32FAA-517D-4C3F-973D-CAF9ACAF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3569-F420-484A-815E-6ED8F5039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460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C8D070-CAF1-44AC-9DA4-449C18F04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78F5CED-4657-480F-AE91-7E55EF6B4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3C2F79A-C096-4D21-AD5E-B0F7EE29F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71F-BA5C-4CFA-92F7-46C504C84553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9AB8F88-B544-4C49-BFB6-0503AD26F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FED95A-B427-4E0C-B39F-3BE9AEEEF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3569-F420-484A-815E-6ED8F5039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730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78F0B9-45C6-4D3E-86F8-0EB5522F9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9E1907-9E35-4D85-9D29-F53CDFFBBE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9317EDE-318B-4DAB-90AB-210D15923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F6B67D8-832F-4BA7-8E1B-253559867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71F-BA5C-4CFA-92F7-46C504C84553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C138EBB-7050-4CF9-928B-F057D3C9C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AA7FA82-EFC9-4A90-AE1D-2E9107891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3569-F420-484A-815E-6ED8F5039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388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450D6B-8F7B-4A71-9776-231D4B260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745512E-B2B7-4958-AAF7-B3B514D7C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B62FC47-1EB1-47EC-98B3-4A5A90FFD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10D7EE9-5083-48F4-A325-4AAF156F30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477B70E-B70A-4417-AB67-FE8EF6A018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072BBF1-119B-4D40-B2CD-97EE6A134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71F-BA5C-4CFA-92F7-46C504C84553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A981601-7814-4D89-B10E-20E231B59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BEE8B32-8E74-4F6C-80CD-9EAEDCD39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3569-F420-484A-815E-6ED8F5039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206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00C712-98EC-4404-8E5B-83BADD706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CFA16CD-DDA5-45B7-AB14-61BDA6E37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71F-BA5C-4CFA-92F7-46C504C84553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F8DD8C2-BC5C-4E95-AC69-EACA267FB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AEEDF5C-2D16-4950-8612-894342122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3569-F420-484A-815E-6ED8F5039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7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A01094E-8B24-4E27-9029-F4840B426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71F-BA5C-4CFA-92F7-46C504C84553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FE560A2-EBAE-4615-89C0-CB33F0CB1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516C212-8E37-4D19-9BDD-654AC9C50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3569-F420-484A-815E-6ED8F5039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399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94FA88-C7AD-49D2-8534-263765FC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8F4008-3B00-40F6-A156-57411CCCC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D3633B7-0BC9-4833-883B-163AFE0F4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7313474-8CCC-429B-AFB0-1700FE0E0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71F-BA5C-4CFA-92F7-46C504C84553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836FF8B-50C9-40C6-83D0-67BF85E7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B173FB5-0176-497A-993B-CA3CAD201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3569-F420-484A-815E-6ED8F5039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481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637F6E-15C8-424E-8800-BA7442F89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A3DFCCD-CA2F-429B-B13C-055CDBE44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A1E6706-6EEC-4E3F-B07D-DDEFAB6C0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41A2890-24ED-4788-91DE-F953B96AA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71F-BA5C-4CFA-92F7-46C504C84553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7CA5409-4AE6-49AC-A7D3-947071BD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5BFC451-1554-4E07-92B0-BCC255C0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3569-F420-484A-815E-6ED8F5039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172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1A0EBB-E55A-40EE-ABEC-E904E5AB1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544F3C4-5048-48D8-A1C9-E4AA78F4E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68A9B43-7E14-40E9-A7E7-7425AA887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71F-BA5C-4CFA-92F7-46C504C84553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CF38B1F-8BC0-46E1-A2A4-CDFBB4BB2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9DB92CE-C4C3-4A25-A041-D1713CB05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3569-F420-484A-815E-6ED8F5039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58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22558A9-4192-4295-A830-9C57CDE383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CE28025-4B5F-4CA9-9D64-37619342B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E978F99-6A0F-4552-A770-3F1A3486A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E71F-BA5C-4CFA-92F7-46C504C84553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F847F75-FE18-4FE0-A470-9BCEE7453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F1F25AE-1BCC-46DA-83BA-18BC6C6A7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13569-F420-484A-815E-6ED8F5039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228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C42B8C0-D44A-4950-83CA-FF1CFD998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2FCDDD8-77C5-4020-AF9A-7ECE72EAB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9DCE8A9-8272-479D-BD47-360066973E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DE71F-BA5C-4CFA-92F7-46C504C84553}" type="datetimeFigureOut">
              <a:rPr lang="en-IN" smtClean="0"/>
              <a:t>28-05-2021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518570-A910-4992-A040-E55FEC432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A172B9A-DC5B-4DB7-84E1-C35E13D5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13569-F420-484A-815E-6ED8F5039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566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13C3B8E-6178-40CB-B543-05A18748D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60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33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EC8E7B3-708E-41FC-BB18-09AF80B46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726" y="0"/>
            <a:ext cx="6102548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:lc="http://schemas.openxmlformats.org/drawingml/2006/lockedCanvas" xmlns="" id="{BA9C04F3-EA77-4C40-9617-302D07421760}"/>
              </a:ext>
            </a:extLst>
          </p:cNvPr>
          <p:cNvSpPr/>
          <p:nvPr/>
        </p:nvSpPr>
        <p:spPr>
          <a:xfrm>
            <a:off x="678873" y="393777"/>
            <a:ext cx="10834255" cy="6070446"/>
          </a:xfrm>
          <a:prstGeom prst="rect">
            <a:avLst/>
          </a:prstGeom>
          <a:blipFill dpi="0" rotWithShape="1">
            <a:blip r:embed="rId3">
              <a:alphaModFix amt="1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966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D328C4D-4BAA-49FC-828B-D4E8C8464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39785" y="-1901231"/>
            <a:ext cx="6343864" cy="104100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:lc="http://schemas.openxmlformats.org/drawingml/2006/lockedCanvas" xmlns="" id="{BA9C04F3-EA77-4C40-9617-302D07421760}"/>
              </a:ext>
            </a:extLst>
          </p:cNvPr>
          <p:cNvSpPr/>
          <p:nvPr/>
        </p:nvSpPr>
        <p:spPr>
          <a:xfrm>
            <a:off x="678873" y="393777"/>
            <a:ext cx="10834255" cy="6070446"/>
          </a:xfrm>
          <a:prstGeom prst="rect">
            <a:avLst/>
          </a:prstGeom>
          <a:blipFill dpi="0" rotWithShape="1">
            <a:blip r:embed="rId3">
              <a:alphaModFix amt="1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62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854FFF1-3352-440F-8108-4D92E5F56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81" y="147179"/>
            <a:ext cx="8225265" cy="65636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DB1AAF9-6367-4111-A6A7-DD9BF405D487}"/>
              </a:ext>
            </a:extLst>
          </p:cNvPr>
          <p:cNvSpPr/>
          <p:nvPr/>
        </p:nvSpPr>
        <p:spPr>
          <a:xfrm>
            <a:off x="8600537" y="83458"/>
            <a:ext cx="304660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MOON 29* TO NEXT 29*-1 HOUSE</a:t>
            </a:r>
            <a:endParaRPr lang="en-US" sz="16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57791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3D3E1D1-4386-4FC6-8E86-69BD01B05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012" y="714375"/>
            <a:ext cx="8943975" cy="54292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:lc="http://schemas.openxmlformats.org/drawingml/2006/lockedCanvas" xmlns="" id="{BA9C04F3-EA77-4C40-9617-302D07421760}"/>
              </a:ext>
            </a:extLst>
          </p:cNvPr>
          <p:cNvSpPr/>
          <p:nvPr/>
        </p:nvSpPr>
        <p:spPr>
          <a:xfrm>
            <a:off x="678873" y="393777"/>
            <a:ext cx="10834255" cy="6070446"/>
          </a:xfrm>
          <a:prstGeom prst="rect">
            <a:avLst/>
          </a:prstGeom>
          <a:blipFill dpi="0" rotWithShape="1">
            <a:blip r:embed="rId3">
              <a:alphaModFix amt="1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854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DC08380-223D-421C-AA77-C1B6F7F67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7838"/>
            <a:ext cx="11547732" cy="318464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:lc="http://schemas.openxmlformats.org/drawingml/2006/lockedCanvas" xmlns="" id="{BA9C04F3-EA77-4C40-9617-302D07421760}"/>
              </a:ext>
            </a:extLst>
          </p:cNvPr>
          <p:cNvSpPr/>
          <p:nvPr/>
        </p:nvSpPr>
        <p:spPr>
          <a:xfrm>
            <a:off x="678873" y="393777"/>
            <a:ext cx="10834255" cy="6070446"/>
          </a:xfrm>
          <a:prstGeom prst="rect">
            <a:avLst/>
          </a:prstGeom>
          <a:blipFill dpi="0" rotWithShape="1">
            <a:blip r:embed="rId3">
              <a:alphaModFix amt="1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41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338CAD4-E002-4020-9449-9967582E4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290637"/>
            <a:ext cx="9753600" cy="42767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:lc="http://schemas.openxmlformats.org/drawingml/2006/lockedCanvas" xmlns="" id="{BA9C04F3-EA77-4C40-9617-302D07421760}"/>
              </a:ext>
            </a:extLst>
          </p:cNvPr>
          <p:cNvSpPr/>
          <p:nvPr/>
        </p:nvSpPr>
        <p:spPr>
          <a:xfrm>
            <a:off x="678873" y="393777"/>
            <a:ext cx="10834255" cy="6070446"/>
          </a:xfrm>
          <a:prstGeom prst="rect">
            <a:avLst/>
          </a:prstGeom>
          <a:blipFill dpi="0" rotWithShape="1">
            <a:blip r:embed="rId3">
              <a:alphaModFix amt="1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130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F85D704-DDC4-4814-8C87-0F856D7B4CF0}"/>
              </a:ext>
            </a:extLst>
          </p:cNvPr>
          <p:cNvSpPr/>
          <p:nvPr/>
        </p:nvSpPr>
        <p:spPr>
          <a:xfrm>
            <a:off x="-1430850" y="140677"/>
            <a:ext cx="12403650" cy="649408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NATCHATHIRAM</a:t>
            </a:r>
          </a:p>
          <a:p>
            <a:pPr algn="ctr"/>
            <a:r>
              <a:rPr lang="en-US" sz="32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 </a:t>
            </a:r>
            <a:r>
              <a:rPr lang="en-US" sz="320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KETHU -NEGATIVE</a:t>
            </a:r>
          </a:p>
          <a:p>
            <a:pPr algn="ctr"/>
            <a:r>
              <a:rPr lang="en-US" sz="320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SATURN-NEGATIVE</a:t>
            </a:r>
          </a:p>
          <a:p>
            <a:pPr algn="ctr"/>
            <a:endParaRPr lang="en-US" sz="32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320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VENUS-POSITIVE</a:t>
            </a:r>
          </a:p>
          <a:p>
            <a:pPr algn="ctr"/>
            <a:r>
              <a:rPr lang="en-US" sz="320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MOON-POSITIVE</a:t>
            </a:r>
          </a:p>
          <a:p>
            <a:pPr algn="ctr"/>
            <a:r>
              <a:rPr lang="en-US" sz="320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  MERCURY-POSITIVE</a:t>
            </a:r>
          </a:p>
          <a:p>
            <a:pPr algn="ctr"/>
            <a:endParaRPr lang="en-US" sz="32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32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                     </a:t>
            </a:r>
            <a:r>
              <a:rPr lang="en-US" sz="3200">
                <a:ln w="0"/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JUPITER-CURRENT SITUATIONS</a:t>
            </a:r>
          </a:p>
          <a:p>
            <a:pPr algn="ctr"/>
            <a:endParaRPr lang="en-US" sz="3200">
              <a:ln w="0"/>
              <a:solidFill>
                <a:schemeClr val="bg2">
                  <a:lumMod val="2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3200">
                <a:ln w="0"/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  </a:t>
            </a:r>
            <a:r>
              <a:rPr lang="en-US" sz="320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MARS -60%NEGATIVE</a:t>
            </a:r>
          </a:p>
          <a:p>
            <a:pPr algn="ctr"/>
            <a:r>
              <a:rPr lang="en-US" sz="320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            -40%POSITIVE</a:t>
            </a:r>
          </a:p>
          <a:p>
            <a:pPr algn="ctr"/>
            <a:r>
              <a:rPr lang="en-US" sz="3200">
                <a:ln w="0"/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                       </a:t>
            </a:r>
            <a:r>
              <a:rPr lang="en-US" sz="3200">
                <a:ln w="0"/>
                <a:solidFill>
                  <a:schemeClr val="bg2">
                    <a:lumMod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RAGHU-EVERYTHING HAPPEN BIG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:lc="http://schemas.openxmlformats.org/drawingml/2006/lockedCanvas" xmlns="" id="{BA9C04F3-EA77-4C40-9617-302D07421760}"/>
              </a:ext>
            </a:extLst>
          </p:cNvPr>
          <p:cNvSpPr/>
          <p:nvPr/>
        </p:nvSpPr>
        <p:spPr>
          <a:xfrm>
            <a:off x="678873" y="393777"/>
            <a:ext cx="10834255" cy="6070446"/>
          </a:xfrm>
          <a:prstGeom prst="rect">
            <a:avLst/>
          </a:prstGeom>
          <a:blipFill dpi="0" rotWithShape="1">
            <a:blip r:embed="rId2">
              <a:alphaModFix amt="1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46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239F263-BE52-4A90-AF95-39891461DE4A}"/>
              </a:ext>
            </a:extLst>
          </p:cNvPr>
          <p:cNvSpPr/>
          <p:nvPr/>
        </p:nvSpPr>
        <p:spPr>
          <a:xfrm>
            <a:off x="965857" y="408774"/>
            <a:ext cx="3613297" cy="224676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MONDAY-MOON</a:t>
            </a:r>
          </a:p>
          <a:p>
            <a:pPr algn="ctr"/>
            <a:r>
              <a:rPr lang="en-US" sz="2800" b="0" cap="none" spc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TUESDAY-MARS</a:t>
            </a:r>
          </a:p>
          <a:p>
            <a:pPr algn="ctr"/>
            <a:r>
              <a:rPr lang="en-US" sz="280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WEDNESDAY-MERCURY</a:t>
            </a:r>
          </a:p>
          <a:p>
            <a:pPr algn="ctr"/>
            <a:r>
              <a:rPr lang="en-US" sz="2800" b="0" cap="none" spc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THURSDAY-JUPITER</a:t>
            </a:r>
          </a:p>
          <a:p>
            <a:pPr algn="ctr"/>
            <a:r>
              <a:rPr lang="en-US" sz="280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FRIDAY-VENUS</a:t>
            </a:r>
            <a:endParaRPr lang="en-US" sz="2800" b="0" cap="none" spc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840FCFA-B4F4-4685-BFEF-6000C2E51227}"/>
              </a:ext>
            </a:extLst>
          </p:cNvPr>
          <p:cNvSpPr/>
          <p:nvPr/>
        </p:nvSpPr>
        <p:spPr>
          <a:xfrm>
            <a:off x="5215379" y="822012"/>
            <a:ext cx="5067156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X OR Y(DAY LORD RULE)</a:t>
            </a:r>
          </a:p>
          <a:p>
            <a:pPr algn="ctr"/>
            <a:r>
              <a:rPr lang="en-US" sz="320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X1 &amp; Y1(NO DAY LORD RULE)</a:t>
            </a:r>
            <a:endParaRPr lang="en-US" sz="3200" b="0" cap="none" spc="0">
              <a:ln w="0"/>
              <a:solidFill>
                <a:schemeClr val="accent2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:lc="http://schemas.openxmlformats.org/drawingml/2006/lockedCanvas" xmlns="" id="{BA9C04F3-EA77-4C40-9617-302D07421760}"/>
              </a:ext>
            </a:extLst>
          </p:cNvPr>
          <p:cNvSpPr/>
          <p:nvPr/>
        </p:nvSpPr>
        <p:spPr>
          <a:xfrm>
            <a:off x="678873" y="393777"/>
            <a:ext cx="10834255" cy="6070446"/>
          </a:xfrm>
          <a:prstGeom prst="rect">
            <a:avLst/>
          </a:prstGeom>
          <a:blipFill dpi="0" rotWithShape="1">
            <a:blip r:embed="rId2">
              <a:alphaModFix amt="1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578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55</Words>
  <Application>Microsoft Office PowerPoint</Application>
  <PresentationFormat>Custom</PresentationFormat>
  <Paragraphs>21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Ashok</dc:creator>
  <cp:lastModifiedBy>Ashok</cp:lastModifiedBy>
  <cp:revision>5</cp:revision>
  <dcterms:created xsi:type="dcterms:W3CDTF">2021-05-24T07:21:41Z</dcterms:created>
  <dcterms:modified xsi:type="dcterms:W3CDTF">2021-05-28T07:43:33Z</dcterms:modified>
</cp:coreProperties>
</file>